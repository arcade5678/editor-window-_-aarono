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ca7e8a637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ca7e8a637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c82b8592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c82b8592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c82b8592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c82b8592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c82b8592b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c82b8592b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868eb182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868eb182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ca7e8a63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ca7e8a63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c868eb18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c868eb18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c868eb182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c868eb182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868eb182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868eb182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c868eb182e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c868eb182e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c868eb182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c868eb182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c98794f2e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c98794f2e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c98794f2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c98794f2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868eb182e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c868eb182e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c868eb18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c868eb18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c98794f2e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c98794f2e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98794f2e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98794f2e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c98794f2e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c98794f2e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c98794f2e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c98794f2e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98794f2e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c98794f2e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c98794f2e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c98794f2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c98794f2e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c98794f2e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ca7e8a63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ca7e8a63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Eines a Unity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Custom Inspector, Editor Window i Context Menus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5750"/>
            <a:ext cx="9144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Experiència prèvia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0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La FSM la hem programat amb Scriptable Objects, als quals creavem un petit ContextMenu de creació per tal de generar les instàncies persistents dels nostres estats.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350" y="2077300"/>
            <a:ext cx="6199302" cy="291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Treballs “mecànics”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Al desenvolupament de jocs, hi ha molts cops on ens trobem amb parts del treball que poden ésser molt mecàniques (colocar i orientar objectes a l’escena), posar-ne valors o referències manualment.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D’això en </a:t>
            </a:r>
            <a:r>
              <a:rPr lang="ca"/>
              <a:t>diriem</a:t>
            </a:r>
            <a:r>
              <a:rPr lang="ca"/>
              <a:t> que és el treball més “artesà”.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4100" y="2292050"/>
            <a:ext cx="3839901" cy="2159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Realitat als videojocs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850" y="1152475"/>
            <a:ext cx="4677350" cy="370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4750" y="-40425"/>
            <a:ext cx="5189251" cy="27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8257" y="1587575"/>
            <a:ext cx="2837275" cy="399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" y="0"/>
            <a:ext cx="914186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5291125" y="240850"/>
            <a:ext cx="784800" cy="44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chemeClr val="dk2"/>
                </a:solidFill>
              </a:rPr>
              <a:t>Tools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Possibles objectius de les eines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Agilitzar treball de disseny/implementació de nivells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Agilitzar processos de depuració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-"/>
            </a:pPr>
            <a:r>
              <a:rPr lang="ca" sz="1600" u="sng"/>
              <a:t>Realitzar tasques específiques de manera “automatitzada” i estalviar treballs manuals.</a:t>
            </a:r>
            <a:endParaRPr sz="16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0311" y="0"/>
            <a:ext cx="548337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Algunes possibilitats d’eina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1096425" y="1222400"/>
            <a:ext cx="13356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Menu Item 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618550" y="1222400"/>
            <a:ext cx="1594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Context Menu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5845425" y="1222400"/>
            <a:ext cx="15948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Editor Window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966825" y="2123550"/>
            <a:ext cx="1651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Custom editor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746250" y="2123550"/>
            <a:ext cx="1651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Graph Tools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MenuItem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Apareixen a la barra horitzontal superior de Unity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Útil per a trucades senzilles de </a:t>
            </a:r>
            <a:r>
              <a:rPr lang="ca"/>
              <a:t>mètodes estàtics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Es pot enllaçar amb un shortcut </a:t>
            </a:r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1275" y="2255900"/>
            <a:ext cx="41814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" y="3360385"/>
            <a:ext cx="9144000" cy="1627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ContextMenu</a:t>
            </a:r>
            <a:endParaRPr/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Apareix amb un click dret a l’inspector sobre el component al que s’especifica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Útil per a trucades específiques d’aquest component</a:t>
            </a:r>
            <a:endParaRPr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325" y="2411075"/>
            <a:ext cx="29718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6275" y="2121100"/>
            <a:ext cx="360045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Custom Editor</a:t>
            </a:r>
            <a:endParaRPr/>
          </a:p>
        </p:txBody>
      </p:sp>
      <p:sp>
        <p:nvSpPr>
          <p:cNvPr id="138" name="Google Shape;13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Eina a mig camí entre EditorWindow i ContextMenu, que permet modificar què es veu a l’inspecció d’un component de Unity.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 diferència del ContextMenu i del MenuItem, és infinitament més recomanable que el CustomEditor sigui a un script propi.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Nomeclatura recomanada: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/Assets/Scripts/Personaje.cs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ca"/>
              <a:t>/Assets/Scripts/Editor/PersonajeEditor.cs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És molt recomanable, o ben bé </a:t>
            </a:r>
            <a:r>
              <a:rPr lang="ca">
                <a:solidFill>
                  <a:srgbClr val="FF0000"/>
                </a:solidFill>
              </a:rPr>
              <a:t>OBLIGATORI </a:t>
            </a:r>
            <a:r>
              <a:rPr lang="ca"/>
              <a:t>que els scripts de CustomEditor existeixin a una carpeta Editor.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3191" y="47175"/>
            <a:ext cx="6194981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3400" y="2222100"/>
            <a:ext cx="3115125" cy="14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00" y="3856138"/>
            <a:ext cx="49530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Com definir un CustomEditor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Generem una nova classe, recomendablement anomenada NomDeLaClaseEditor, que heredi de la classe Editor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Utilizem, sobre la definició de la classe, l’atribut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[CustomEditor(typeof(NomDeLaClasseAEditar)]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8488" y="3037650"/>
            <a:ext cx="46005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OnSceneGUI () → Utilitzat per capturar events i treballar sobre la Scene 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OnInspectorGUI () → </a:t>
            </a:r>
            <a:r>
              <a:rPr lang="ca"/>
              <a:t>Utilitzat per capturar events i treballar sobre l’Inspector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Tant a OnSceneGUI com a OnInspectorGUI per tal d’obtenir la referència de la/les instàncies de la classe que estem editant, necessitem fer un cast d’una variable target a la classe pertinent.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Mètodes del CustomEditor</a:t>
            </a:r>
            <a:endParaRPr/>
          </a:p>
        </p:txBody>
      </p:sp>
      <p:pic>
        <p:nvPicPr>
          <p:cNvPr id="161" name="Google Shape;16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149" y="3827300"/>
            <a:ext cx="2848026" cy="3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375" y="3748150"/>
            <a:ext cx="2848025" cy="41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EditorWindow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Eina flexible que </a:t>
            </a:r>
            <a:br>
              <a:rPr lang="ca"/>
            </a:br>
            <a:r>
              <a:rPr lang="ca"/>
              <a:t>permet tant </a:t>
            </a:r>
            <a:br>
              <a:rPr lang="ca"/>
            </a:br>
            <a:r>
              <a:rPr lang="ca"/>
              <a:t>inter</a:t>
            </a:r>
            <a:r>
              <a:rPr lang="ca"/>
              <a:t>acció </a:t>
            </a:r>
            <a:br>
              <a:rPr lang="ca"/>
            </a:br>
            <a:r>
              <a:rPr lang="ca"/>
              <a:t>amb elements </a:t>
            </a:r>
            <a:br>
              <a:rPr lang="ca"/>
            </a:br>
            <a:r>
              <a:rPr lang="ca"/>
              <a:t>d’Assets com </a:t>
            </a:r>
            <a:br>
              <a:rPr lang="ca"/>
            </a:br>
            <a:r>
              <a:rPr lang="ca"/>
              <a:t>amb </a:t>
            </a:r>
            <a:r>
              <a:rPr lang="ca"/>
              <a:t>elements de </a:t>
            </a:r>
            <a:br>
              <a:rPr lang="ca"/>
            </a:br>
            <a:r>
              <a:rPr lang="ca"/>
              <a:t>escena.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Dockejable.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 b="50487" l="0" r="0" t="0"/>
          <a:stretch/>
        </p:blipFill>
        <p:spPr>
          <a:xfrm>
            <a:off x="2764875" y="164950"/>
            <a:ext cx="6414849" cy="254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 rotWithShape="1">
          <a:blip r:embed="rId4">
            <a:alphaModFix/>
          </a:blip>
          <a:srcRect b="0" l="1989" r="0" t="1748"/>
          <a:stretch/>
        </p:blipFill>
        <p:spPr>
          <a:xfrm>
            <a:off x="2764875" y="2307600"/>
            <a:ext cx="6414851" cy="1778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750" y="3890050"/>
            <a:ext cx="4107949" cy="2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ONGUI i Treball sobre escena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Si volem treballar sobre la window en si, OnGUI servirà, si volem treballar sobre la escena, hem de fer “trampes”:</a:t>
            </a:r>
            <a:endParaRPr/>
          </a:p>
        </p:txBody>
      </p:sp>
      <p:pic>
        <p:nvPicPr>
          <p:cNvPr id="178" name="Google Shape;17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325" y="1957948"/>
            <a:ext cx="3862300" cy="305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Handles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Handles es una clase estàtica que permet generar un munt de funcionalitats sobre la vista d’escena: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75" y="2186125"/>
            <a:ext cx="27813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76613" y="2525100"/>
            <a:ext cx="277177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6138" y="1971900"/>
            <a:ext cx="27527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36138" y="2358650"/>
            <a:ext cx="2009775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Gestió d’inputs a editor (EVENTS)</a:t>
            </a:r>
            <a:endParaRPr/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ca"/>
              <a:t>Els inputs (més enllà de buttons i altres parts de la propia GUI d’Editor) funcionen a través d’Events d’edito</a:t>
            </a:r>
            <a:r>
              <a:rPr lang="ca"/>
              <a:t>r, els quals es poden capturar mitjançant trucades a Event.current des de OnInspectorGUI i OnSceneGUI.</a:t>
            </a:r>
            <a:endParaRPr/>
          </a:p>
        </p:txBody>
      </p:sp>
      <p:pic>
        <p:nvPicPr>
          <p:cNvPr id="195" name="Google Shape;19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177" y="2229875"/>
            <a:ext cx="6399636" cy="27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Persistència dels canvis a Editor</a:t>
            </a:r>
            <a:endParaRPr/>
          </a:p>
        </p:txBody>
      </p:sp>
      <p:sp>
        <p:nvSpPr>
          <p:cNvPr id="201" name="Google Shape;201;p32"/>
          <p:cNvSpPr txBox="1"/>
          <p:nvPr>
            <p:ph idx="1" type="body"/>
          </p:nvPr>
        </p:nvSpPr>
        <p:spPr>
          <a:xfrm>
            <a:off x="311700" y="1136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Tots els canvis que succeeixin degut a trucades a mètodes des d’editor, malgrat ocorre en temps “d’edició”, no queden marcats a l’escena com a canvis persistents. Amb aquest objectiu, hem d’utilitzar SetDirty o Undo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La principal diferència sent que Undo, a més de marcar els canvis com a persistents, permet fer Ctrl+Z i Ctrl+Y com és més còmode a les eines </a:t>
            </a:r>
            <a:r>
              <a:rPr lang="ca"/>
              <a:t>professionals</a:t>
            </a:r>
            <a:r>
              <a:rPr lang="ca"/>
              <a:t>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034" y="0"/>
            <a:ext cx="831793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Utilitats diverses</a:t>
            </a:r>
            <a:endParaRPr/>
          </a:p>
        </p:txBody>
      </p:sp>
      <p:sp>
        <p:nvSpPr>
          <p:cNvPr id="214" name="Google Shape;214;p34"/>
          <p:cNvSpPr txBox="1"/>
          <p:nvPr>
            <p:ph idx="1" type="body"/>
          </p:nvPr>
        </p:nvSpPr>
        <p:spPr>
          <a:xfrm>
            <a:off x="2967900" y="204575"/>
            <a:ext cx="5864400" cy="46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EditorUtility.DisplayDialog → Serveix per mostrar un pop up de confirmació, i fins i tot afegir funcionalitat en cas de prèmer els botons disponibles (accept i cancel)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ca"/>
            </a:br>
            <a:r>
              <a:rPr lang="ca"/>
              <a:t>EditorUtility.ProgressBar → Serveix per donar feedback sobre el progrés de processos que han de realitzar iteracions, i fins i tot </a:t>
            </a:r>
            <a:r>
              <a:rPr lang="ca"/>
              <a:t>permetrer-ne</a:t>
            </a:r>
            <a:r>
              <a:rPr lang="ca"/>
              <a:t> la cancel·lació.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EditorUtility.</a:t>
            </a:r>
            <a:r>
              <a:rPr lang="ca"/>
              <a:t>BeginFoldoutHeaderGroup i EndFoldoutHeaderGroup → Serveixen per poder col·lapsar parts de la l’editor còmodament.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ca"/>
              <a:t>Gui.enabled → Aquest bool permet (des)habilitar editors i ventanes en funció de les nostres necessitats.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ca"/>
              <a:t>EditorUtility.BeginHorizontal i EndHorizontal → Serveixen per fer fileres còmodament a la mateixa “y” d’editor.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Aquesta </a:t>
            </a:r>
            <a:r>
              <a:rPr lang="ca"/>
              <a:t>eina ha de tenir disponibles una sèrie de prefabs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S’ha de poder escollir un prefab com a “actiu”.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S’ha de poder establir sota quin objecte de l’escena es generaran els objectes.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S’ha de poder generar una instància del prefab “actiu” a la posició a la que es fa click.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S’ha de poder orientar l’última instancia del prefab fent drag amb el ratolí, sempre que no es faci un MouseUp. (EventType.MouseDrag)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Els objectes instanciats han de tenir persistència a l’scene i la operació s’ha de poder desfer (Undo).</a:t>
            </a:r>
            <a:endParaRPr/>
          </a:p>
        </p:txBody>
      </p:sp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20"/>
              <a:t>Activitat Eines 1 → </a:t>
            </a:r>
            <a:r>
              <a:rPr lang="ca" sz="2420"/>
              <a:t>Editor Window</a:t>
            </a:r>
            <a:r>
              <a:rPr lang="ca" sz="2420"/>
              <a:t> de </a:t>
            </a:r>
            <a:r>
              <a:rPr lang="ca" sz="2420"/>
              <a:t>instanciació</a:t>
            </a:r>
            <a:r>
              <a:rPr lang="ca" sz="2420"/>
              <a:t> d’objectes</a:t>
            </a:r>
            <a:endParaRPr sz="242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Donats els tipus d’eines que hem vist en aquesta presentació, per grups de projecte, dissenyeu “n” eines de cada tipus, on “n” és el número de membres del grup.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Enfoqueu les eines a l’agilització del vostre projecte, ja siguin eines de depuració o </a:t>
            </a:r>
            <a:r>
              <a:rPr lang="ca"/>
              <a:t>agilització</a:t>
            </a:r>
            <a:r>
              <a:rPr lang="ca"/>
              <a:t> de processos de disseny.</a:t>
            </a:r>
            <a:br>
              <a:rPr lang="ca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ca"/>
              <a:t>L’entregable consisteix en un pdf descrivint cada eina, amb una estimació del temps que estalviaríeu utilitzant-la (aproximeu quant de temps trigueu a fer la part mecànica cada cop vs amb l’eina). Es valorarà justificació del tipus d’eina escollida (per què es una EditorWindow i no un CustomEditor) i un disseny previ de la interfície/funcionalitats de l’eina. </a:t>
            </a:r>
            <a:endParaRPr/>
          </a:p>
        </p:txBody>
      </p:sp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20"/>
              <a:t>Activitat Eines 2 → Brainstorm d’idees d’eines</a:t>
            </a:r>
            <a:endParaRPr sz="24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